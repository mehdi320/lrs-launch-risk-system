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6366F1"/>
                </a:solidFill>
              </a:defRPr>
            </a:pPr>
            <a:r>
              <a:t>LRS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</a:defRPr>
            </a:pPr>
            <a:r>
              <a:t>Don't launch blind.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99999"/>
                </a:solidFill>
              </a:defRPr>
            </a:pPr>
            <a:r>
              <a:t>Paid Traffic Pre-Launch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Le problème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F8C00"/>
                </a:solidFill>
              </a:defRPr>
            </a:pPr>
            <a:r>
              <a:t>73%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des campagnes paid traffic</a:t>
            </a:r>
          </a:p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échouent dès le lancement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1828800" cy="201168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</a:defRPr>
            </a:pPr>
            <a:r>
              <a:t>CPM x3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0116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Coûts exponentiels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sans optimisation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1828800" cy="201168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</a:defRPr>
            </a:pPr>
            <a:r>
              <a:t>iOS 14+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0116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Tracking limité =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targeting cassé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1828800" cy="201168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</a:defRPr>
            </a:pPr>
            <a:r>
              <a:t>Landing pages</a:t>
            </a:r>
          </a:p>
          <a:p>
            <a:pPr algn="l">
              <a:defRPr sz="1600" b="1" i="0">
                <a:solidFill>
                  <a:srgbClr val="6366F1"/>
                </a:solidFill>
              </a:defRPr>
            </a:pPr>
            <a:r>
              <a:t>non-optimisées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Copy faible, trust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signals manquants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La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2C55E"/>
                </a:solidFill>
              </a:defRPr>
            </a:pPr>
            <a:r>
              <a:t>Score 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</a:defRPr>
            </a:pPr>
            <a:r>
              <a:t>Actionnable en 15 secondes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A1A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347472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Analyse</a:t>
            </a:r>
          </a:p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GPT-4o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Hook strength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Offer clarity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Trust signals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Friction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1A1A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73152" cy="347472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Score /20</a:t>
            </a:r>
          </a:p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+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Go / No Go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Confiance score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Benchmarks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Comparaison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1A1A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73152" cy="347472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Plan</a:t>
            </a:r>
          </a:p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d'action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Rewrites proposés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Priorités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Copy templates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A/B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Comment ça marche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28016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707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URL ou</a:t>
            </a:r>
          </a:p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texte pub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7071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GPT-4o</a:t>
            </a:r>
          </a:p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évalue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7071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251460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Score +</a:t>
            </a:r>
          </a:p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Plan d'action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73152" cy="914400"/>
          </a:xfrm>
          <a:prstGeom prst="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2C55E"/>
                </a:solidFill>
              </a:defRPr>
            </a:pPr>
            <a:r>
              <a:t>15 secondes d'analyse ultra-rapide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Métriques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0584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2743200"/>
          </a:xfrm>
          <a:prstGeom prst="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F8C00"/>
                </a:solidFill>
              </a:defRPr>
            </a:pPr>
            <a:r>
              <a:t>15s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</a:defRPr>
            </a:pPr>
            <a:r>
              <a:t>Temps d'analyse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73152" cy="274320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</a:defRPr>
            </a:pPr>
            <a:r>
              <a:t>Critères évalués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2743200"/>
          </a:xfrm>
          <a:prstGeom prst="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22C55E"/>
                </a:solidFill>
              </a:defRPr>
            </a:pPr>
            <a:r>
              <a:t>+40%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</a:defRPr>
            </a:pPr>
            <a:r>
              <a:t>ROAS moyen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99999"/>
                </a:solidFill>
              </a:defRPr>
            </a:pPr>
            <a:r>
              <a:t>Données estimées sur early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356616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</a:defRPr>
            </a:pPr>
            <a:r>
              <a:t>19€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Funnel Only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10 audits/mois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Support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651760" cy="356616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7071A"/>
                </a:solidFill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7071A"/>
                </a:solidFill>
              </a:defRPr>
            </a:pPr>
            <a:r>
              <a:t>49€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7071A"/>
                </a:solidFill>
              </a:defRPr>
            </a:pPr>
            <a:r>
              <a:t>Full Risk Analysis</a:t>
            </a:r>
          </a:p>
          <a:p>
            <a:pPr algn="l">
              <a:defRPr sz="1000" b="0" i="0">
                <a:solidFill>
                  <a:srgbClr val="07071A"/>
                </a:solidFill>
              </a:defRPr>
            </a:pPr>
            <a:r>
              <a:t>Bulk audits</a:t>
            </a:r>
          </a:p>
          <a:p>
            <a:pPr algn="l">
              <a:defRPr sz="1000" b="0" i="0">
                <a:solidFill>
                  <a:srgbClr val="07071A"/>
                </a:solidFill>
              </a:defRPr>
            </a:pPr>
            <a:r>
              <a:t>Monitoring</a:t>
            </a:r>
          </a:p>
          <a:p>
            <a:pPr algn="l">
              <a:defRPr sz="1000" b="0" i="0">
                <a:solidFill>
                  <a:srgbClr val="07071A"/>
                </a:solidFill>
              </a:defRPr>
            </a:pPr>
            <a:r>
              <a:t>Ads Library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356616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</a:defRPr>
            </a:pPr>
            <a:r>
              <a:t>99€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White-label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Branding illimité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API access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Priority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Marché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9436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46888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2C55E"/>
                </a:solidFill>
              </a:defRPr>
            </a:pPr>
            <a:r>
              <a:t>2.8M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Media buyers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Europe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46888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2C55E"/>
                </a:solidFill>
              </a:defRPr>
            </a:pPr>
            <a:r>
              <a:t>420k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France + BE + 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468880" cy="27432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46888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</a:defRPr>
            </a:pPr>
            <a: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2C55E"/>
                </a:solidFill>
              </a:defRPr>
            </a:pPr>
            <a:r>
              <a:t>5000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Objectif an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Early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0584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3474720" cy="146304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73152" cy="146304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</a:defRPr>
            </a:pPr>
            <a:r>
              <a:t>MRR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2C55E"/>
                </a:solidFill>
              </a:defRPr>
            </a:pPr>
            <a:r>
              <a:t>[À remplir]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3474720" cy="146304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73152" cy="146304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</a:defRPr>
            </a:pPr>
            <a:r>
              <a:t>Utilisateurs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2C55E"/>
                </a:solidFill>
              </a:defRPr>
            </a:pPr>
            <a:r>
              <a:t>[À remplir]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3474720" cy="146304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291840"/>
            <a:ext cx="73152" cy="146304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</a:defRPr>
            </a:pPr>
            <a:r>
              <a:t>Croissance hebdo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2C55E"/>
                </a:solidFill>
              </a:defRPr>
            </a:pPr>
            <a:r>
              <a:t>[À remplir]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291840"/>
            <a:ext cx="3474720" cy="146304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291840"/>
            <a:ext cx="73152" cy="1463040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</a:defRPr>
            </a:pPr>
            <a:r>
              <a:t>Rétention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94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2C55E"/>
                </a:solidFill>
              </a:defRPr>
            </a:pPr>
            <a:r>
              <a:t>[À remplir]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Roadmap 12 mois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8872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828800" cy="347472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82880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Free/Pro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Ads Library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API v0.1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80160"/>
            <a:ext cx="1828800" cy="347472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280160"/>
            <a:ext cx="182880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Notion/Slack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Multi-langue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Intégrations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80160"/>
            <a:ext cx="1828800" cy="347472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280160"/>
            <a:ext cx="182880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74519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API publique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White-label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Custom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280160"/>
            <a:ext cx="1828800" cy="347472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1280160"/>
            <a:ext cx="1828800" cy="73152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</a:defRPr>
            </a:pPr>
            <a: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74519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Expansion EN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Partenaires</a:t>
            </a:r>
          </a:p>
          <a:p>
            <a:pPr algn="l">
              <a:defRPr sz="1000" b="0" i="0">
                <a:solidFill>
                  <a:srgbClr val="999999"/>
                </a:solidFill>
              </a:defRPr>
            </a:pPr>
            <a:r>
              <a:t>MVP 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Avantage compétitif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2588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2C55E"/>
                </a:solidFill>
              </a:defRPr>
            </a:pPr>
            <a:r>
              <a:t>Aucun concurrent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</a:defRPr>
            </a:pPr>
            <a:r>
              <a:t>Audit paid traffic pré-lancement en France. Gap unique.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</a:defRPr>
            </a:pPr>
            <a:r>
              <a:t>Barrières à l'entrée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Expertise propriétaire de prompts GPT-4o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Modèle de scoring développé via 1000+ audits</a:t>
            </a:r>
          </a:p>
          <a:p>
            <a:pPr algn="l">
              <a:defRPr sz="1100" b="0" i="0">
                <a:solidFill>
                  <a:srgbClr val="999999"/>
                </a:solidFill>
              </a:defRPr>
            </a:pPr>
            <a:r>
              <a:t>Network effects de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L'équipe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94360" cy="36576"/>
          </a:xfrm>
          <a:prstGeom prst="rect">
            <a:avLst/>
          </a:prstGeom>
          <a:solidFill>
            <a:srgbClr val="6366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914400" cy="9144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[Photo]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[Nom]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366F1"/>
                </a:solidFill>
              </a:defRPr>
            </a:pPr>
            <a:r>
              <a:t>Fondateur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</a:defRPr>
            </a:pPr>
            <a:r>
              <a:t>[Bio courte]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914400" cy="9144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[Photo]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[Nom]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366F1"/>
                </a:solidFill>
              </a:defRPr>
            </a:pPr>
            <a:r>
              <a:t>CTO / Dev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</a:defRPr>
            </a:pPr>
            <a:r>
              <a:t>[Bio courte]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474720"/>
            <a:ext cx="914400" cy="9144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[Photo]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[Nom]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366F1"/>
                </a:solidFill>
              </a:defRPr>
            </a:pPr>
            <a:r>
              <a:t>Growth &amp;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</a:defRPr>
            </a:pPr>
            <a:r>
              <a:t>[Bio courte]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474720"/>
            <a:ext cx="914400" cy="91440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[Photo]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[Nom]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366F1"/>
                </a:solidFill>
              </a:defRPr>
            </a:pPr>
            <a:r>
              <a:t>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</a:defRPr>
            </a:pPr>
            <a:r>
              <a:t>[Bio courte]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</a:defRPr>
            </a:pPr>
            <a:r>
              <a:t>Rejoignez la révolution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6366F1"/>
                </a:solidFill>
              </a:defRPr>
            </a:pPr>
            <a:r>
              <a:t>paid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560320"/>
            <a:ext cx="4572000" cy="1280160"/>
          </a:xfrm>
          <a:prstGeom prst="rect">
            <a:avLst/>
          </a:prstGeom>
          <a:solidFill>
            <a:srgbClr val="0F0F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560320"/>
            <a:ext cx="4572000" cy="73152"/>
          </a:xfrm>
          <a:prstGeom prst="rect">
            <a:avLst/>
          </a:prstGeom>
          <a:solidFill>
            <a:srgbClr val="22C55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697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2C55E"/>
                </a:solidFill>
              </a:defRPr>
            </a:pPr>
            <a:r>
              <a:t>hello@lrs.app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063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</a:defRPr>
            </a:pPr>
            <a:r>
              <a:t>www.lrs.app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</a:defRPr>
            </a:pPr>
            <a:r>
              <a:t>LRS™ - Launch Risk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